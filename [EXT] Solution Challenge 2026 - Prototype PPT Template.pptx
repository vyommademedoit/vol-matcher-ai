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dirty="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Snack-Overflow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Anuj Singh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Vyom Chaturvedi</cp:lastModifiedBy>
  <cp:revision>1</cp:revision>
  <dcterms:modified xsi:type="dcterms:W3CDTF">2026-04-19T10:52:24Z</dcterms:modified>
</cp:coreProperties>
</file>